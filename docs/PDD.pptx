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40642B-7644-400A-8C25-141B154B8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222586E-D760-4DE4-9E29-BB15839FED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B7A0FD-FA6B-4E71-9C44-C89B2AF35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2680-E6D0-4128-AB2B-3DCCBE8A049F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5C4B9B-C53E-46AE-93AE-8AD62A1A0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6002EF-C506-406B-AB61-324DBAB89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4CA8D-D3C5-42BF-995D-D45501F5C2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9305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D016DD-0532-4A98-BF10-4DD5FBAF1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FE7F9B-8E2F-427C-AC35-B65C5F11C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4EC252-0B03-4FEE-A0DF-3DD8DA8F8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2680-E6D0-4128-AB2B-3DCCBE8A049F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E999E51-1FE0-406E-8F15-D8E277DCF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B59C98-C20A-44C2-9476-C7B1E49F7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4CA8D-D3C5-42BF-995D-D45501F5C2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6864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2CBDD0-FD93-45BA-89A2-07BBD8FA1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800E82B-9509-4AB1-BC50-1C420A730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616CF0-9082-4EAB-9B98-6B707D940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2680-E6D0-4128-AB2B-3DCCBE8A049F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4FB2BA-402E-4105-BC9C-4615F15E6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662D733-B398-47EE-A620-8CBDCFA7A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4CA8D-D3C5-42BF-995D-D45501F5C2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8241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60168D-779C-431F-AB99-743C2FFD7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0CEC12-8E73-45CA-9EE4-94E6409168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02913E0-19FA-4A88-A425-E7DEFB4747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3FC7D15-802E-475A-A0D3-5FCC2F594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2680-E6D0-4128-AB2B-3DCCBE8A049F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516ABF-337F-45F6-8446-43C68AB02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E885754-A2E8-4B1A-9164-5A993A503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4CA8D-D3C5-42BF-995D-D45501F5C2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5405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F6D581-F73F-48DF-BC00-9D3E59ED0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0283FB7-B84B-4F26-9E2D-5428689C3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5FEF17C-782E-44BB-8A34-A85E21DF3A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8237C39-B161-4D26-BE25-E684429010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DC9255E-82D3-44BF-B688-29811383F0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28EADE4-EE66-4FCD-9BEB-EE76D4BC5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2680-E6D0-4128-AB2B-3DCCBE8A049F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0895F07-BB37-499E-888B-9C2155233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283095E-AA62-448D-8866-89108C9F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4CA8D-D3C5-42BF-995D-D45501F5C2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9833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B35BC4-0A35-40AB-82C8-100D79113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8E420C9-99BD-48BB-96FD-B0B4E7F3D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2680-E6D0-4128-AB2B-3DCCBE8A049F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A27F320-A0C2-4127-BA05-7583C8793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7BFF747-4919-4E0C-824C-97F7EDE3C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4CA8D-D3C5-42BF-995D-D45501F5C2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3225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D02CDD6-34D7-4282-B451-1A76AD4F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2680-E6D0-4128-AB2B-3DCCBE8A049F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42CBBDF-AA91-4CF4-A440-FB0BC2DB0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BCE9684-CD87-4932-8B28-7711B33A4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4CA8D-D3C5-42BF-995D-D45501F5C2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4649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5083DA-4246-4754-9005-A2988A905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B8E7D0-871F-4835-B836-9CFCEC4E0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3647035-F6B6-4D3C-BBB0-DCE535BE10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35C5707-E133-4D55-8275-625647A97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2680-E6D0-4128-AB2B-3DCCBE8A049F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7F08057-FBB9-4916-8879-CA9C1C3C0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7F54B84-8004-4A97-A9B2-C46EB7060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4CA8D-D3C5-42BF-995D-D45501F5C2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7471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943347-22BC-4A92-807F-0745EEB8A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7061F37-18C6-4449-949A-7F29143374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1CA894B-D628-4826-BA39-F452AD0710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CEED324-99C1-41E5-954A-6CB7ACD62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2680-E6D0-4128-AB2B-3DCCBE8A049F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D9CBB64-A28F-4F12-9FA3-4D657CD7F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27B9918-EC0A-4F9F-ADF5-4114AC400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4CA8D-D3C5-42BF-995D-D45501F5C2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3941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D7E654-B013-4AE1-B629-F996CD64D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23930CB-1425-4D5F-A7C0-9213F5D6D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B6F47CF-2616-4E2C-9354-95252205B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2680-E6D0-4128-AB2B-3DCCBE8A049F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8FDDEE-040C-407B-95C7-BB0947861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88DC90-DFDE-4D66-8F49-433E7EF37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4CA8D-D3C5-42BF-995D-D45501F5C2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5272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8135807-8665-40AD-A194-CD61BFB569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BF4598E-4892-4084-AD29-9A7984C4D7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C189AE-FFAD-453C-A6DD-7F757E26E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2680-E6D0-4128-AB2B-3DCCBE8A049F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9EB621-707F-4578-9C8B-A182D5EC7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D56686-FEAF-400E-9B9F-E812AEE32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4CA8D-D3C5-42BF-995D-D45501F5C2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3567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1DC862-EE89-4991-98F0-C75E2102A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505A03C-656D-4E80-959F-42F7597C1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CF5A06F-A780-4B9C-ABFC-C087DD577A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162680-E6D0-4128-AB2B-3DCCBE8A049F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8CB72C-E4AE-462B-BEE2-B8FCA14E45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065E60-072C-4703-8727-7CE962995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4CA8D-D3C5-42BF-995D-D45501F5C2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301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10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5.png"/><Relationship Id="rId5" Type="http://schemas.microsoft.com/office/2007/relationships/hdphoto" Target="../media/hdphoto2.wdp"/><Relationship Id="rId15" Type="http://schemas.openxmlformats.org/officeDocument/2006/relationships/image" Target="../media/image19.png"/><Relationship Id="rId10" Type="http://schemas.openxmlformats.org/officeDocument/2006/relationships/image" Target="../media/image14.jpeg"/><Relationship Id="rId4" Type="http://schemas.openxmlformats.org/officeDocument/2006/relationships/image" Target="../media/image11.png"/><Relationship Id="rId9" Type="http://schemas.microsoft.com/office/2007/relationships/hdphoto" Target="../media/hdphoto4.wdp"/><Relationship Id="rId1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7650E9-182D-43C0-AA16-637D8255A1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3058" y="1387834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ru-RU" sz="4000" dirty="0"/>
              <a:t>Создание программы для глубокой диагностики дисков – </a:t>
            </a:r>
            <a:r>
              <a:rPr lang="ru-RU" sz="4000" dirty="0" err="1"/>
              <a:t>pdd</a:t>
            </a:r>
            <a:endParaRPr lang="ru-RU" sz="40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0F35945-41C2-4166-A727-ED12605AF9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3058" y="3694471"/>
            <a:ext cx="5614219" cy="1655762"/>
          </a:xfrm>
        </p:spPr>
        <p:txBody>
          <a:bodyPr>
            <a:normAutofit/>
          </a:bodyPr>
          <a:lstStyle/>
          <a:p>
            <a:pPr algn="l"/>
            <a:r>
              <a:rPr lang="ru-RU" sz="1600" dirty="0">
                <a:solidFill>
                  <a:schemeClr val="bg2">
                    <a:lumMod val="50000"/>
                  </a:schemeClr>
                </a:solidFill>
              </a:rPr>
              <a:t>Планов Богдан Григорьевич, Атаманов Данила Евгеньевич, Чернышов Иван Максимович</a:t>
            </a:r>
          </a:p>
        </p:txBody>
      </p:sp>
    </p:spTree>
    <p:extLst>
      <p:ext uri="{BB962C8B-B14F-4D97-AF65-F5344CB8AC3E}">
        <p14:creationId xmlns:p14="http://schemas.microsoft.com/office/powerpoint/2010/main" val="409567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4EB2182-B5B8-4771-8A6D-D3BEFD62E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40" y="2438400"/>
            <a:ext cx="4846320" cy="1981200"/>
          </a:xfrm>
        </p:spPr>
        <p:txBody>
          <a:bodyPr/>
          <a:lstStyle/>
          <a:p>
            <a:r>
              <a:rPr lang="ru-RU" b="1" dirty="0"/>
              <a:t>Цель:  </a:t>
            </a:r>
            <a:r>
              <a:rPr lang="ru-RU" dirty="0"/>
              <a:t>Создание и поддержка программы для глубокой диагностики дисков в среде GNU/</a:t>
            </a:r>
            <a:r>
              <a:rPr lang="ru-RU" dirty="0" err="1"/>
              <a:t>Linux</a:t>
            </a:r>
            <a:r>
              <a:rPr lang="ru-RU" dirty="0"/>
              <a:t>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677567B-340A-449A-91B2-D1A70F31B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05840"/>
            <a:ext cx="4846319" cy="4846319"/>
          </a:xfrm>
          <a:prstGeom prst="rect">
            <a:avLst/>
          </a:prstGeom>
          <a:effectLst>
            <a:glow>
              <a:schemeClr val="accent1"/>
            </a:glow>
            <a:reflection blurRad="228600" stA="65000" endPos="0" dist="2413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8033819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4EB2182-B5B8-4771-8A6D-D3BEFD62E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355" y="1699534"/>
            <a:ext cx="5081337" cy="4351338"/>
          </a:xfrm>
        </p:spPr>
        <p:txBody>
          <a:bodyPr>
            <a:normAutofit lnSpcReduction="10000"/>
          </a:bodyPr>
          <a:lstStyle/>
          <a:p>
            <a:r>
              <a:rPr lang="ru-RU" sz="2400" dirty="0"/>
              <a:t>1) Создать программу, совмещающую в себе несколько других</a:t>
            </a:r>
            <a:endParaRPr lang="en-US" sz="2400" dirty="0"/>
          </a:p>
          <a:p>
            <a:r>
              <a:rPr lang="ru-RU" sz="2400" dirty="0"/>
              <a:t>2) Использовать только стандартные инструменты</a:t>
            </a:r>
            <a:endParaRPr lang="en-US" sz="2400" dirty="0"/>
          </a:p>
          <a:p>
            <a:r>
              <a:rPr lang="ru-RU" sz="2400" dirty="0"/>
              <a:t>3) Убрать лишнее, оставив только функционал</a:t>
            </a:r>
            <a:endParaRPr lang="en-US" sz="2400" dirty="0"/>
          </a:p>
          <a:p>
            <a:r>
              <a:rPr lang="ru-RU" sz="2400" dirty="0"/>
              <a:t>4) Сделать программу легкой в портировании на UNIX-подобные ОС</a:t>
            </a:r>
            <a:endParaRPr lang="en-US" sz="2400" dirty="0"/>
          </a:p>
          <a:p>
            <a:r>
              <a:rPr lang="ru-RU" sz="2400" dirty="0"/>
              <a:t>5) Разнообразить выбор подобных программ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0B18CC-C877-43B2-B08C-758DEB4103BA}"/>
              </a:ext>
            </a:extLst>
          </p:cNvPr>
          <p:cNvSpPr txBox="1"/>
          <p:nvPr/>
        </p:nvSpPr>
        <p:spPr>
          <a:xfrm>
            <a:off x="577355" y="807128"/>
            <a:ext cx="41605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Задачи</a:t>
            </a:r>
            <a:r>
              <a:rPr lang="en-US" sz="3200" dirty="0"/>
              <a:t>:</a:t>
            </a:r>
            <a:endParaRPr lang="ru-RU" sz="32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79F22C9-0B4A-41A3-B036-44780EC439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582" t="-1672" b="-1"/>
          <a:stretch/>
        </p:blipFill>
        <p:spPr>
          <a:xfrm>
            <a:off x="5658692" y="-118872"/>
            <a:ext cx="6925056" cy="6976872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3833413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4EB2182-B5B8-4771-8A6D-D3BEFD62E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0916" y="1877949"/>
            <a:ext cx="4985084" cy="3102101"/>
          </a:xfrm>
        </p:spPr>
        <p:txBody>
          <a:bodyPr/>
          <a:lstStyle/>
          <a:p>
            <a:pPr marL="0" indent="0">
              <a:buNone/>
            </a:pPr>
            <a:r>
              <a:rPr lang="ru-RU" sz="3200" b="1" dirty="0"/>
              <a:t>Методы и приёмы:</a:t>
            </a:r>
          </a:p>
          <a:p>
            <a:r>
              <a:rPr lang="ru-RU" dirty="0"/>
              <a:t>Тестирование </a:t>
            </a:r>
          </a:p>
          <a:p>
            <a:r>
              <a:rPr lang="ru-RU" dirty="0"/>
              <a:t>Моделирование</a:t>
            </a:r>
          </a:p>
          <a:p>
            <a:r>
              <a:rPr lang="ru-RU" dirty="0"/>
              <a:t>Анализ</a:t>
            </a:r>
          </a:p>
          <a:p>
            <a:r>
              <a:rPr lang="ru-RU" dirty="0"/>
              <a:t>Логика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2E9957D-04FD-4987-8B25-EAE36818F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3006" y="717755"/>
            <a:ext cx="7438994" cy="557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6132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943821-AECF-4A55-8E12-49D7F394E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17" y="2240372"/>
            <a:ext cx="10347158" cy="1325563"/>
          </a:xfrm>
        </p:spPr>
        <p:txBody>
          <a:bodyPr>
            <a:normAutofit/>
          </a:bodyPr>
          <a:lstStyle/>
          <a:p>
            <a:r>
              <a:rPr lang="ru-RU" sz="4000" b="1" dirty="0"/>
              <a:t>Язык</a:t>
            </a:r>
            <a:r>
              <a:rPr lang="en-US" sz="4000" b="1" dirty="0"/>
              <a:t> </a:t>
            </a:r>
            <a:r>
              <a:rPr lang="ru-RU" sz="4000" b="1" dirty="0"/>
              <a:t>программирования</a:t>
            </a:r>
            <a:r>
              <a:rPr lang="en-US" sz="4000" b="1" dirty="0"/>
              <a:t> C</a:t>
            </a:r>
            <a:endParaRPr lang="ru-RU" sz="40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EB2182-B5B8-4771-8A6D-D3BEFD62E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069" y="3565935"/>
            <a:ext cx="9122137" cy="2766040"/>
          </a:xfrm>
        </p:spPr>
        <p:txBody>
          <a:bodyPr>
            <a:normAutofit/>
          </a:bodyPr>
          <a:lstStyle/>
          <a:p>
            <a:r>
              <a:rPr lang="ru-RU" dirty="0"/>
              <a:t>Язык C широко используется в различных областях программной разработки</a:t>
            </a:r>
          </a:p>
          <a:p>
            <a:r>
              <a:rPr lang="ru-RU" dirty="0"/>
              <a:t>C идеально подходит для написания операционных систем, драйверов устройств и других низкоуровневых приложений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DA4E896-9706-4947-BA6D-20F5650A6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3904" y="0"/>
            <a:ext cx="12255001" cy="215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2339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943821-AECF-4A55-8E12-49D7F394E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060" y="2447704"/>
            <a:ext cx="11598940" cy="1319296"/>
          </a:xfrm>
        </p:spPr>
        <p:txBody>
          <a:bodyPr>
            <a:normAutofit/>
          </a:bodyPr>
          <a:lstStyle/>
          <a:p>
            <a:r>
              <a:rPr lang="ru-RU" sz="4000" b="1" dirty="0"/>
              <a:t>Основные возможности </a:t>
            </a:r>
            <a:r>
              <a:rPr lang="en-US" sz="4000" b="1" dirty="0"/>
              <a:t>Bash:</a:t>
            </a:r>
            <a:br>
              <a:rPr lang="en-US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EB2182-B5B8-4771-8A6D-D3BEFD62E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060" y="3282561"/>
            <a:ext cx="9869905" cy="4351338"/>
          </a:xfrm>
        </p:spPr>
        <p:txBody>
          <a:bodyPr/>
          <a:lstStyle/>
          <a:p>
            <a:r>
              <a:rPr lang="ru-RU" dirty="0"/>
              <a:t>Поддержка скриптового программирования: Позволяет пользователям писать скрипты для автоматизации рутинных задач, управления файлами и выполнения различных команд.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20EA73A-B126-401F-9478-D45212609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56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951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943821-AECF-4A55-8E12-49D7F394E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0" y="2103437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b="1" dirty="0"/>
              <a:t>Основные</a:t>
            </a:r>
            <a:r>
              <a:rPr lang="ru-RU" sz="4000" dirty="0"/>
              <a:t> </a:t>
            </a:r>
            <a:r>
              <a:rPr lang="ru-RU" sz="4000" b="1" dirty="0"/>
              <a:t>преимущества</a:t>
            </a:r>
            <a:r>
              <a:rPr lang="ru-RU" sz="4000" dirty="0"/>
              <a:t> </a:t>
            </a:r>
            <a:r>
              <a:rPr lang="en-US" sz="4000" b="1" dirty="0"/>
              <a:t>PDD</a:t>
            </a:r>
            <a:endParaRPr lang="ru-RU" sz="40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EB2182-B5B8-4771-8A6D-D3BEFD62E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010" y="3429000"/>
            <a:ext cx="10515600" cy="4351338"/>
          </a:xfrm>
        </p:spPr>
        <p:txBody>
          <a:bodyPr>
            <a:normAutofit/>
          </a:bodyPr>
          <a:lstStyle/>
          <a:p>
            <a:r>
              <a:rPr lang="ru-RU" sz="3200" dirty="0"/>
              <a:t>1. Легковесная архитектура</a:t>
            </a:r>
            <a:endParaRPr lang="en-US" sz="3200" dirty="0"/>
          </a:p>
          <a:p>
            <a:r>
              <a:rPr lang="ru-RU" sz="3200" dirty="0"/>
              <a:t>2. Отсутствие внешних зависимостей</a:t>
            </a:r>
            <a:endParaRPr lang="en-US" sz="3200" dirty="0"/>
          </a:p>
          <a:p>
            <a:r>
              <a:rPr lang="ru-RU" sz="3200" dirty="0"/>
              <a:t>3. Комбинация функционала</a:t>
            </a:r>
            <a:endParaRPr lang="en-US" sz="3200" dirty="0"/>
          </a:p>
          <a:p>
            <a:r>
              <a:rPr lang="ru-RU" sz="3200" dirty="0"/>
              <a:t>4. Соответствие философии GNU/</a:t>
            </a:r>
            <a:r>
              <a:rPr lang="ru-RU" sz="3200" dirty="0" err="1"/>
              <a:t>Linux</a:t>
            </a:r>
            <a:endParaRPr lang="en-US" sz="3200" dirty="0"/>
          </a:p>
          <a:p>
            <a:r>
              <a:rPr lang="ru-RU" sz="3200" dirty="0"/>
              <a:t>5. </a:t>
            </a:r>
            <a:r>
              <a:rPr lang="ru-RU" sz="3200" dirty="0" err="1"/>
              <a:t>Портируемость</a:t>
            </a:r>
            <a:r>
              <a:rPr lang="ru-RU" sz="3200" dirty="0"/>
              <a:t> на другие </a:t>
            </a:r>
            <a:r>
              <a:rPr lang="ru-RU" sz="3200" dirty="0" err="1"/>
              <a:t>Unix</a:t>
            </a:r>
            <a:r>
              <a:rPr lang="ru-RU" sz="3200" dirty="0"/>
              <a:t>-подобные ОС</a:t>
            </a:r>
            <a:endParaRPr lang="en-US" sz="3200" dirty="0"/>
          </a:p>
          <a:p>
            <a:r>
              <a:rPr lang="en-US" sz="3200" dirty="0"/>
              <a:t>6. </a:t>
            </a:r>
            <a:r>
              <a:rPr lang="en-US" sz="3200" dirty="0" err="1"/>
              <a:t>Работа</a:t>
            </a:r>
            <a:r>
              <a:rPr lang="en-US" sz="3200" dirty="0"/>
              <a:t> </a:t>
            </a:r>
            <a:r>
              <a:rPr lang="en-US" sz="3200" dirty="0" err="1"/>
              <a:t>через</a:t>
            </a:r>
            <a:r>
              <a:rPr lang="en-US" sz="3200" dirty="0"/>
              <a:t> CLI (Command Line Interface)</a:t>
            </a:r>
            <a:endParaRPr lang="ru-RU" sz="32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52DB1A2-8064-416E-B261-65DB376F8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245383" cy="2454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983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60292-E752-791B-7787-01AD560BE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3031" y="1"/>
            <a:ext cx="3365938" cy="777766"/>
          </a:xfrm>
        </p:spPr>
        <p:txBody>
          <a:bodyPr/>
          <a:lstStyle/>
          <a:p>
            <a:r>
              <a:rPr lang="en-US" dirty="0"/>
              <a:t>OTSW-</a:t>
            </a:r>
            <a:r>
              <a:rPr lang="ru-RU" dirty="0"/>
              <a:t>анализ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616C3A-7816-E17E-DBD1-BCA02E8AB09F}"/>
              </a:ext>
            </a:extLst>
          </p:cNvPr>
          <p:cNvSpPr txBox="1"/>
          <p:nvPr/>
        </p:nvSpPr>
        <p:spPr>
          <a:xfrm>
            <a:off x="168166" y="1046136"/>
            <a:ext cx="8316228" cy="476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2400" b="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</a:t>
            </a:r>
            <a:r>
              <a:rPr lang="ru-RU" sz="2400" b="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(возможности) - разнообразие UNIX-подобных ОС, стандартные библиотеки GNU, укрепление Linux на рынке</a:t>
            </a:r>
            <a:endParaRPr lang="en-US" sz="2400" b="1" kern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marR="0" indent="0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2400" b="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</a:t>
            </a:r>
            <a:r>
              <a:rPr lang="ru-RU" sz="2400" b="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(угрозы) - монополия Microsoft, блокировки иностранных сервисов в РФ, конкурентные аналоги</a:t>
            </a:r>
            <a:endParaRPr lang="en-US" sz="2400" b="1" kern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marR="0" indent="0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2400" b="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</a:t>
            </a:r>
            <a:r>
              <a:rPr lang="ru-RU" sz="2400" b="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(сильные стороны) - использование базового </a:t>
            </a:r>
            <a:r>
              <a:rPr lang="ru-RU" sz="2400" b="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</a:t>
            </a:r>
            <a:r>
              <a:rPr lang="ru-RU" sz="2400" b="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совмещение функционала нескольких программ, работа "из коробки"</a:t>
            </a:r>
            <a:endParaRPr lang="en-US" sz="2400" b="1" kern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marR="0" indent="0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2400" b="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W</a:t>
            </a:r>
            <a:r>
              <a:rPr lang="ru-RU" sz="2400" b="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(слабости) - недостаточное тестирование, ограниченность функционала, нет GUI</a:t>
            </a:r>
            <a:endParaRPr lang="en-US" sz="2400" b="1" kern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</p:txBody>
      </p:sp>
      <p:pic>
        <p:nvPicPr>
          <p:cNvPr id="1026" name="Picture 2" descr="Data Analysis Process: Key Steps and Techniques to Use">
            <a:extLst>
              <a:ext uri="{FF2B5EF4-FFF2-40B4-BE49-F238E27FC236}">
                <a16:creationId xmlns:a16="http://schemas.microsoft.com/office/drawing/2014/main" id="{D1FBDF0F-D608-8283-9A8E-BCED790953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909198" y="1575198"/>
            <a:ext cx="6857998" cy="3707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1120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943821-AECF-4A55-8E12-49D7F394E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552" y="1288669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dirty="0"/>
              <a:t>График </a:t>
            </a:r>
            <a:r>
              <a:rPr lang="ru-RU" sz="3200" dirty="0" err="1"/>
              <a:t>Ганта</a:t>
            </a:r>
            <a:endParaRPr lang="ru-RU" sz="3200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32C15F92-6F5D-4C07-A6F6-2C592DDA5C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760536"/>
            <a:ext cx="10161970" cy="204920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147E087-4B5C-4092-AEAD-DF84798A6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373" y="2760536"/>
            <a:ext cx="11890627" cy="204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464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8C4DBA9C-BF71-42C3-8FDE-07222CFF34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5217"/>
            <a:ext cx="11314520" cy="1451366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67F14B57-E2DB-495C-B53E-A664B06DAB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95461" y="15217"/>
            <a:ext cx="6296539" cy="1255214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3634AE96-C8C1-4851-B3AD-2F002F28F6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466583"/>
            <a:ext cx="5980433" cy="1050792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E0040B4-915B-4183-BBA3-385D89A0F18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11739" y="1264361"/>
            <a:ext cx="6578793" cy="1318641"/>
          </a:xfrm>
          <a:prstGeom prst="rect">
            <a:avLst/>
          </a:prstGeom>
          <a:blipFill dpi="0" rotWithShape="1">
            <a:blip r:embed="rId10">
              <a:alphaModFix amt="99000"/>
            </a:blip>
            <a:srcRect/>
            <a:tile tx="0" ty="0" sx="100000" sy="100000" flip="none" algn="tl"/>
          </a:blipFill>
          <a:effectLst>
            <a:outerShdw dist="50800" dir="5400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943821-AECF-4A55-8E12-49D7F394E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7843" y="140205"/>
            <a:ext cx="3648157" cy="764999"/>
          </a:xfrm>
        </p:spPr>
        <p:txBody>
          <a:bodyPr>
            <a:normAutofit/>
          </a:bodyPr>
          <a:lstStyle/>
          <a:p>
            <a:r>
              <a:rPr lang="ru-RU" sz="4000" dirty="0"/>
              <a:t>Применение</a:t>
            </a:r>
            <a:r>
              <a:rPr lang="en-US" sz="4000" dirty="0"/>
              <a:t>:</a:t>
            </a:r>
            <a:endParaRPr lang="ru-RU" sz="4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3E8DD5-A892-46D3-A15B-7A0865978AA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2513648"/>
            <a:ext cx="5789683" cy="226866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DD3C02B-8FC1-467E-B5BD-4C4B2099771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4774724"/>
            <a:ext cx="3251941" cy="208327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424EC7E-7E65-4E99-919F-361CE744F78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51941" y="4774724"/>
            <a:ext cx="3068254" cy="208327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9FC7E9D-E1E7-4139-B6B6-EBD6D1964AE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0195" y="5285232"/>
            <a:ext cx="4079662" cy="157276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5144BD2-EC00-4EB3-8644-98265522621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89683" y="2524072"/>
            <a:ext cx="2019760" cy="92731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4C64E07-849C-426E-AB66-A0DA6E42B7F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77416" y="3429000"/>
            <a:ext cx="4335674" cy="98796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E07686D-1C54-4531-9622-987C335DED7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20195" y="4775614"/>
            <a:ext cx="3792895" cy="50961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420E7EF-3A3D-4F0A-90C5-80274A2D616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89683" y="4416965"/>
            <a:ext cx="3151115" cy="36534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67CDA63-4617-4AEF-B0C2-A80B990CAF41}"/>
              </a:ext>
            </a:extLst>
          </p:cNvPr>
          <p:cNvSpPr txBox="1"/>
          <p:nvPr/>
        </p:nvSpPr>
        <p:spPr>
          <a:xfrm>
            <a:off x="5250730" y="25270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0BE65-F647-4001-A9CE-81CB870A219D}"/>
              </a:ext>
            </a:extLst>
          </p:cNvPr>
          <p:cNvSpPr txBox="1"/>
          <p:nvPr/>
        </p:nvSpPr>
        <p:spPr>
          <a:xfrm>
            <a:off x="7365240" y="27688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91C32C-72DE-4EC0-B469-C57C59C3A7D8}"/>
              </a:ext>
            </a:extLst>
          </p:cNvPr>
          <p:cNvSpPr txBox="1"/>
          <p:nvPr/>
        </p:nvSpPr>
        <p:spPr>
          <a:xfrm>
            <a:off x="2733773" y="539928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685867-1E57-43A4-89B0-5634FF5F05D1}"/>
              </a:ext>
            </a:extLst>
          </p:cNvPr>
          <p:cNvSpPr txBox="1"/>
          <p:nvPr/>
        </p:nvSpPr>
        <p:spPr>
          <a:xfrm>
            <a:off x="6000300" y="5336861"/>
            <a:ext cx="19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AA933B-7F4E-4EC4-8EEA-08E7622ECE7A}"/>
              </a:ext>
            </a:extLst>
          </p:cNvPr>
          <p:cNvSpPr txBox="1"/>
          <p:nvPr/>
        </p:nvSpPr>
        <p:spPr>
          <a:xfrm>
            <a:off x="8940798" y="34930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2B7C8D-B29E-4FD1-8D0D-6DF70CB0F54F}"/>
              </a:ext>
            </a:extLst>
          </p:cNvPr>
          <p:cNvSpPr txBox="1"/>
          <p:nvPr/>
        </p:nvSpPr>
        <p:spPr>
          <a:xfrm>
            <a:off x="8899450" y="44129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84B1DD-820D-483D-855C-0C54DF825D46}"/>
              </a:ext>
            </a:extLst>
          </p:cNvPr>
          <p:cNvSpPr txBox="1"/>
          <p:nvPr/>
        </p:nvSpPr>
        <p:spPr>
          <a:xfrm>
            <a:off x="9783221" y="47823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292AE1-4094-4B79-8C6D-8F9CA54D92CB}"/>
              </a:ext>
            </a:extLst>
          </p:cNvPr>
          <p:cNvSpPr txBox="1"/>
          <p:nvPr/>
        </p:nvSpPr>
        <p:spPr>
          <a:xfrm>
            <a:off x="10084907" y="62953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612483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943821-AECF-4A55-8E12-49D7F394E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9408" y="2766218"/>
            <a:ext cx="8900160" cy="1325563"/>
          </a:xfrm>
        </p:spPr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  <p:pic>
        <p:nvPicPr>
          <p:cNvPr id="4" name="Picture 3" descr="A qr code with a few black squares&#10;&#10;AI-generated content may be incorrect.">
            <a:extLst>
              <a:ext uri="{FF2B5EF4-FFF2-40B4-BE49-F238E27FC236}">
                <a16:creationId xmlns:a16="http://schemas.microsoft.com/office/drawing/2014/main" id="{1BCFA2C3-0497-CAA5-FD7A-A8CB123723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9338" y="1187668"/>
            <a:ext cx="4482662" cy="44826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3BFE98-C350-885B-94B0-F90C27C73478}"/>
              </a:ext>
            </a:extLst>
          </p:cNvPr>
          <p:cNvSpPr txBox="1"/>
          <p:nvPr/>
        </p:nvSpPr>
        <p:spPr>
          <a:xfrm>
            <a:off x="9268431" y="818336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Наш </a:t>
            </a:r>
            <a:r>
              <a:rPr lang="en-US" dirty="0" err="1"/>
              <a:t>Github</a:t>
            </a:r>
            <a:r>
              <a:rPr lang="en-US" dirty="0"/>
              <a:t>:</a:t>
            </a:r>
          </a:p>
        </p:txBody>
      </p:sp>
      <p:pic>
        <p:nvPicPr>
          <p:cNvPr id="2052" name="Picture 4" descr="Gnu logo - Free Icon PNG, SVG">
            <a:extLst>
              <a:ext uri="{FF2B5EF4-FFF2-40B4-BE49-F238E27FC236}">
                <a16:creationId xmlns:a16="http://schemas.microsoft.com/office/drawing/2014/main" id="{393C2445-745E-64E0-6EE1-CAB0D4221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67" y="5532435"/>
            <a:ext cx="1337441" cy="1337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338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263</Words>
  <Application>Microsoft Macintosh PowerPoint</Application>
  <PresentationFormat>Widescreen</PresentationFormat>
  <Paragraphs>43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Тема Office</vt:lpstr>
      <vt:lpstr>Создание программы для глубокой диагностики дисков – pdd</vt:lpstr>
      <vt:lpstr>PowerPoint Presentation</vt:lpstr>
      <vt:lpstr>PowerPoint Presentation</vt:lpstr>
      <vt:lpstr>PowerPoint Presentation</vt:lpstr>
      <vt:lpstr>Язык программирования C</vt:lpstr>
      <vt:lpstr>Основные возможности Bash: </vt:lpstr>
      <vt:lpstr>Основные преимущества PDD</vt:lpstr>
      <vt:lpstr>OTSW-анализ</vt:lpstr>
      <vt:lpstr>График Ганта</vt:lpstr>
      <vt:lpstr>Применение: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Создание программы для глубокой диагностики дисков – pdd</dc:title>
  <dc:creator>Иван</dc:creator>
  <cp:lastModifiedBy>Nigrilla</cp:lastModifiedBy>
  <cp:revision>5</cp:revision>
  <dcterms:created xsi:type="dcterms:W3CDTF">2026-03-01T07:13:28Z</dcterms:created>
  <dcterms:modified xsi:type="dcterms:W3CDTF">2026-03-02T16:59:22Z</dcterms:modified>
</cp:coreProperties>
</file>